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walks through the Guideline Layer we proposed in our IEEE paper, the local proof-of-concept implementation, and what the results mean. Goal: show that resource profiling can run alongside any ETA model without touching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is a necessary but not sufficient condition for deployment. Every survey we read reports MAE/RMSE/R2; almost none report the compute footprint. That gap is what the Guideline Layer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modules form a closed loop: observe, compare, escalate, log. The ETA model in the middle is never touched. This is the paper's core design claim, and the demo verifies it with three different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numbers come straight from the paper. They are calibration starting points; the implementation makes every one of them a config value, so each device class gets its own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code mirrors the paper's architecture module for module. Three models of increasing complexity run through the same layer, so we can show it is genuinely model-agnostic.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cannot use a real city's GPS feed in a self-contained PoC, so the data generator builds a plausible corridor with realistic traffic and weather effects. The model interface (fit/predict) is identical to what real data would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headline: gradient boosting and the deep network are within ~1 s of each other on MAE. So on this data, the deep model buys almost nothing in accuracy — its real cost shows up next, in resources. That is exactly why profiling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layer's key output: a resource report next to every ETA. The deep model violates the CPU threshold; the lightweight model does not, at equal accuracy. The monitoring data makes the trade-off visible instead of guessed.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 into one model's trip: CPU is sampled each stop, every breach is a red triangle. Alerts are de-duplicated by a 120 s cooldown (hence 1,728 violations become 432 alerts) and escalate to critical if they persist. The hint tells the operator WHAT to do — prune, reduce frequency, or swap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layer separates 'within policy' from 'breaching policy' cleanly. Only the deep model triggers alerts, and each alert is actionable. This is the governance the paper argues the field lacks.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Wall time ON vs OFF is within noise for every model — the differences shown are run-to-run variance, not the layer. The layer's work is a few microseconds of counter sampling per cycle plus a tiny log append.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takeaways map the numbers back to the paper's claims: accuracy is not deployability; profiling makes the trade-off visible; enforcement is continuous; and the layer is additive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pre-empt the obvious objection: the CPU/battery figures are modelled for the paper's target device class. The honest framing is 'mechanism demonstrated on synthetic data'; measured numbers come in the next phase with real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phase has a clear deliverable and reuses the same pipeline, so progress is incremental and demoable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Anticipated: 'is the CPU number made up?' — raw measurements are real and logged; the sustained % is a transparent model for embedded hardware. 'Does it slow things down?' — overhead is within noise. 'Why is the deep model not more accurate?' — see ref [12]; its cost is resources, which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69080"/>
            <a:ext cx="12191695" cy="25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Guideline Layer for ETA Prediction in Smart Transportation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BFD3EE"/>
                </a:solidFill>
                <a:latin typeface="Calibri"/>
              </a:rPr>
              <a:t>Based on Resource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Proof of Concept — Implementation &amp; Results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D8E2F3"/>
                </a:solidFill>
                <a:latin typeface="Calibri"/>
              </a:rPr>
              <a:t>Elango K (23AI016)  ·  Gokul C (23AI018)  ·  Kavitha K (23AI027)
Dept. of Artificial Intelligence and Data Science
Nandha Engineering College (Autonomous), Erode, Tamil Nadu,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The Problem: Accurate ETA Models That Can't Ship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Motivation · Paper Section V (Research Gaps)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Deep learning (LSTM, GRU, Transformers) achieves strong ETA accuracy — R² ≈ 0.93, MAE ≈ 18.5 s [1]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But the literature reports accuracy metrics almost exclusively: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MAE / RMSE / R² — CPU load, RAM, battery drain and bandwidth are rarely reported [1],[2],[3],[16]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Models that win benchmarks fail on real constrained devices (smartphones, ESP32-class hardware)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Resource Profiling Gap — the focus of our research (Paper Section V)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Question we answer: can a system enforce resource-aware design WITHOUT rewriting the prediction model?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394960"/>
            <a:ext cx="5120640" cy="82296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Accuracy — reported everywhere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5394960"/>
            <a:ext cx="5120640" cy="822960"/>
          </a:xfrm>
          <a:prstGeom prst="round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Resource cost — rarely reported  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Proposed Solution — The Guideline Layer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A modular, model-agnostic addition · Paper Section VI-A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743200" cy="11430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· Monitoring Engine
observe CPU / RAM /
battery / bandwidth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1371600"/>
            <a:ext cx="2743200" cy="11430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· Threshold Checker
compare vs benchmarks
(CPU ≤ 30% …)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4160520"/>
            <a:ext cx="2743200" cy="11430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· Warning System
alert + remediation hint
(prune / quantize)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2743200" cy="11430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 · Logging Module
lightweight records +
periodic cloud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606040"/>
            <a:ext cx="3566160" cy="14630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ETA Prediction Model
(LSTM / GRU / XGBoost)
— unchanged 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1938528"/>
            <a:ext cx="5394960" cy="0"/>
          </a:xfrm>
          <a:prstGeom prst="line">
            <a:avLst/>
          </a:prstGeom>
          <a:ln w="28575">
            <a:solidFill>
              <a:srgbClr val="1F7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60720" y="1682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77B4"/>
                </a:solidFill>
                <a:latin typeface="Calibri"/>
              </a:rPr>
              <a:t>compare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49840" y="2514600"/>
            <a:ext cx="0" cy="1645920"/>
          </a:xfrm>
          <a:prstGeom prst="line">
            <a:avLst/>
          </a:prstGeom>
          <a:ln w="28575">
            <a:solidFill>
              <a:srgbClr val="1F7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829800" y="3081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77B4"/>
                </a:solidFill>
                <a:latin typeface="Calibri"/>
              </a:rPr>
              <a:t>escalate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383280" y="4736592"/>
            <a:ext cx="5394960" cy="0"/>
          </a:xfrm>
          <a:prstGeom prst="line">
            <a:avLst/>
          </a:prstGeom>
          <a:ln w="28575">
            <a:solidFill>
              <a:srgbClr val="1F7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6072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77B4"/>
                </a:solidFill>
                <a:latin typeface="Calibri"/>
              </a:rPr>
              <a:t>log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011680" y="2514600"/>
            <a:ext cx="0" cy="1645920"/>
          </a:xfrm>
          <a:prstGeom prst="line">
            <a:avLst/>
          </a:prstGeom>
          <a:ln w="28575">
            <a:solidFill>
              <a:srgbClr val="1F7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91640" y="3081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77B4"/>
                </a:solidFill>
                <a:latin typeface="Calibri"/>
              </a:rPr>
              <a:t>observe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863840" y="2788920"/>
            <a:ext cx="91439" cy="411480"/>
          </a:xfrm>
          <a:prstGeom prst="line">
            <a:avLst/>
          </a:prstGeom>
          <a:ln w="28575">
            <a:solidFill>
              <a:srgbClr val="1F7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data (GPS, traffic, weather)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profiled every inference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669280"/>
            <a:ext cx="10881360" cy="777240"/>
          </a:xfrm>
          <a:prstGeom prst="rect">
            <a:avLst/>
          </a:prstGeom>
          <a:solidFill>
            <a:srgbClr val="E8F0FA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The layer is NOT a model — it runs alongside the predictor, so any ETA model can be profiled without modification.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The Four Profiling Benchmarks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Paper Section VI-D — practical starting points, not hard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606040" cy="237744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RAM ≤ 500 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69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Fits smartphones and embedded
devices without crashes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554480"/>
            <a:ext cx="2606040" cy="2377440"/>
          </a:xfrm>
          <a:prstGeom prst="round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CPU ≤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4069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Keeps the device responsive,
headroom for other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554480"/>
            <a:ext cx="2606040" cy="2377440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Battery ≤ 20% /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4069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A full working day on
battery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1704" y="1554480"/>
            <a:ext cx="2606040" cy="2377440"/>
          </a:xfrm>
          <a:prstGeom prst="round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Bandwidth ≤ 1 MB /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8864" y="4069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Usable on poor connections,
lower cloud costs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69280"/>
            <a:ext cx="108813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Thresholds are tunable per device class — a smartphone may be RAM-hungry, a rural fleet bandwidth-constrained.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From Paper to Code — One Command End-to-End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python run_experiment.py  →  data · train · simulate · analyze ·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02336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Paper module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Role in the PoC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Monitoring Engine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guideline_layer/monitoring.py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Samples CPU/RAM/battery/bandwidth per inference cycle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Threshold Checker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guideline_layer/thresholds.py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Compares usage against the four benchmarks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Warning System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guideline_layer/warnings.py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Alerts with remediation hints, cooldown + escalation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Logging Module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guideline_layer/logging_module.py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JSONL records + periodic sync to simulated fleet cloud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Closed loop (Fig. 2)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guideline_layer/layer.py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Observe → compare → escalate → log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Three pluggable ETA models: linear (traditional ML) · gradient_boosting (XGBoost-class) · mlp (deep stand-in for LSTM/GRU)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Every model simulated with the Guideline Layer ON and OFF → overhead measured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Full run ≈ 30 s on a laptop, fully reproducible (seed 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Experimental Setup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Synthetic data — deterministic and reproducible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Synthetic urban corridor: 18 stops, 30 days × 16 trips/day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≈ 8,600 stop-observations; train/test split by trip (no leakage)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Ground truth from a physics-based model: distance / speed, modulated by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time-of-day traffic (peak hours), weather (clear / rain / fog), stop dwell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At every stop the model predicts remaining time to the terminal (the ETA)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Three models spanning the accuracy–resource trade-off: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linear — traditional ML baseline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gradient_boosting — XGBoost-class (paper ref [12]: MAE ≈ 16 s in Phnom Penh)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mlp — deep-model stand-in for the LSTM/GRU class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Guideline Layer ON and OFF for each model → measures the layer's own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Results 1 — ETA Accuracy: Prediction Quality Is Preserved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Layer ON vs OFF identical (the layer never touches the model)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51206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"/>
                <a:gridCol w="822960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MAE (s)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RMSE (s)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linear (traditional ML)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194.4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263.1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0.9766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gradient_boosting (XGBoost-class)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33.6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50.0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0.9992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mlp (deep-model stand-in)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34.8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45.0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0.9993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ta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4025189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46304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Lightweight model matches the deep model: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MAE 33.6 s vs 34.8 s — 1.2 s apart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Consistent with ref [12]: XGBoost beat heavier models in Phnom Penh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Traditional linear regression is not expressive enough for ETA (MAE 194 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⇒ accuracy alone cannot justify the deep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Results 2 — Resource Profiles: Where the Deep Model Pays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Monitoring Engine output, averaged over 1,728 inference cycles per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766560" cy="4819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mlp sustains 45.4% CPU — BREACHES the 30% ceiling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gradient_boosting uses 1.5% — well within limits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≈ 97% less sustained CPU for the same accuracy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RAM: every model fits the 500 MB budget (largest 0.86 MB)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Bandwidth: ~1.1 KB/min — edge-style payloads, batched cloud sync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Battery: mlp drains ≈ 13%/hr vs ≈ 3%/hr for the light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Results 3 — The Closed Loop in Action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Threshold Checker → Warning System, every inference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ource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65785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2801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CPU load monitored at every stop along the route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Red triangles: each detected threshold breach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1,728 violations for mlp → 432 alerts (cooldown de-duplicates)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 Alerts carry remediation hints, not just symptoms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3383280"/>
            <a:ext cx="5029200" cy="2651760"/>
          </a:xfrm>
          <a:prstGeom prst="rect">
            <a:avLst/>
          </a:prstGeom>
          <a:noFill/>
        </p:spPr>
        <p:txBody>
          <a:bodyPr wrap="square" lIns="137160" tIns="109728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C02525"/>
                </a:solidFill>
                <a:latin typeface="Consolas"/>
              </a:rPr>
              <a:t>{"metric": "cpu_percent", "value": 45.4, "limit": 30.0,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C02525"/>
                </a:solidFill>
                <a:latin typeface="Consolas"/>
              </a:rPr>
              <a:t> "severity": "warning", "count": 1,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C02525"/>
                </a:solidFill>
                <a:latin typeface="Consolas"/>
              </a:rPr>
              <a:t> "hint": "CPU sustained load too high — consider pruning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C02525"/>
                </a:solidFill>
                <a:latin typeface="Consolas"/>
              </a:rPr>
              <a:t>          the model, reducing inference frequency, or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C02525"/>
                </a:solidFill>
                <a:latin typeface="Consolas"/>
              </a:rPr>
              <a:t>          switching to a lighter architecture"}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5989320"/>
            <a:ext cx="5029200" cy="457200"/>
          </a:xfrm>
          <a:prstGeom prst="rect">
            <a:avLst/>
          </a:prstGeom>
          <a:solidFill>
            <a:srgbClr val="E8F0FA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Logging Module: JSONL per cycle + periodic cloud sync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Results 4 — Violations &amp; Alerts by Model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Only the deep model breaches the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00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46304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linear: 0 violations — 0 alerts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gradient_boosting: 0 violations — 0 alerts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mlp: 1,728 violations → 432 alerts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every inference breaches the CPU policy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cooldown + escalation keep alerts actionable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•  The policy is enforced continuously — a one-off profile could never catch per-cycle drift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Results 5 — The Layer Costs Almost Nothing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Wall-time with the layer ON vs OFF (1728 inferences per model)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6858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37160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Layer ON (s)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Layer OFF (s)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91440" marR="91440" marT="18288" marB="18288" anchor="t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within noise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gradient_boosting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8.9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10.1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within noise</a:t>
                      </a:r>
                    </a:p>
                  </a:txBody>
                  <a:tcPr marL="91440" marR="91440" marT="18288" marB="18288" anchor="t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333333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within noise</a:t>
                      </a:r>
                    </a:p>
                  </a:txBody>
                  <a:tcPr marL="91440" marR="91440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The layer samples OS counters and appends small JSONL records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It never touches the prediction path — overhead is negligible and dominated by run-to-run noise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Supports the paper's central claim: resource-aware design WITHOUT changing the underlying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What This Means — Interpreting the Results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The point of the PoC in four bullets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017520" cy="100584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Accuracy ≠ Deployability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17320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The deep model matches the light model (MAE 34.8 s vs 33.6 s) yet uses ~30× the CPU. Accuracy alone cannot choose 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78608"/>
            <a:ext cx="3017520" cy="1005840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Profiling Makes Trade-offs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624328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The layer attaches a resource report to every ETA — the missing column in the literature's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85616"/>
            <a:ext cx="3017520" cy="1005840"/>
          </a:xfrm>
          <a:prstGeom prst="round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Policy, Enforced Continuously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831336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Per-inference threshold checks catch drift that one-off profiling misses; alerts name the remedy (prune / quantize / swap).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92624"/>
            <a:ext cx="3017520" cy="1005840"/>
          </a:xfrm>
          <a:prstGeom prst="round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Truly Additive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038344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Runs beside any model, costs ~nothing, changes nothing — the deployment story the paper promises.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Limitations — Stated Honestly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What this PoC is and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Synthetic data: plausible route / traffic / weather model, not real observations (data/make_data.py)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Device model: CPU &amp; battery are modelled for embedded-class hardware (MACs-based calibration, see guideline_layer/config.py);</a:t>
            </a:r>
          </a:p>
          <a:p>
            <a:pPr lvl="1"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raw laptop measurements are logged in every inference record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The paper's ~35% saving figure is a literature comparison — this PoC demonstrates the mechanism, not a reproduction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Next step: real GTFS/GPS data + real hardware (ESP32 / Raspberry Pi) → measured numbers replace modelled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8F0FA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Credibility rule: label every modelled number as modelled — the raw measurements are always one file away.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Roadmap — From PoC to Full Final-Year Project</a:t>
            </a:r>
          </a:p>
          <a:p>
            <a:r>
              <a:rPr sz="1300" b="0" i="0">
                <a:solidFill>
                  <a:srgbClr val="BFD3EE"/>
                </a:solidFill>
                <a:latin typeface="Calibri"/>
              </a:rPr>
              <a:t>Paper Section VIII (Future Work), phased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108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 ·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41732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GTFS / GPS feed replaces the synthetic generator — model interface 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95728"/>
            <a:ext cx="3108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 · Real deep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44144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PyTorch LSTM / GRU in the registry, MACs estimator extended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19856"/>
            <a:ext cx="3108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 · Real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465576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Profile on ESP32 / Raspberry Pi; calibrate config.py with measured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43984"/>
            <a:ext cx="3108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 · Remediation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4489704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Implement quantization / pruning the Warning System suggests; re-run to show resources drop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68112"/>
            <a:ext cx="3108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 · Fleet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5513832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Federated learning on the logging module's periodic cloud sync (paper future work)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BFD3EE"/>
                </a:solidFill>
                <a:latin typeface="Calibri"/>
              </a:rPr>
              <a:t>Guideline Layer for ETA Prediction in Smart Transportation — Based on Resource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D8E2F3"/>
                </a:solidFill>
                <a:latin typeface="Calibri"/>
              </a:rPr>
              <a:t>elangokandhasamy284@gmail.com  ·  Dept. of AI &amp; DS, Nandha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